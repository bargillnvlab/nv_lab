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4013" autoAdjust="0"/>
    <p:restoredTop sz="94660"/>
  </p:normalViewPr>
  <p:slideViewPr>
    <p:cSldViewPr snapToGrid="0">
      <p:cViewPr>
        <p:scale>
          <a:sx n="150" d="100"/>
          <a:sy n="150" d="100"/>
        </p:scale>
        <p:origin x="-1752" y="-8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998989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65257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470181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6600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2825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85447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1425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43696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438133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26657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78258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878A71-89FC-44FD-9442-376066FB65CB}" type="datetimeFigureOut">
              <a:rPr lang="he-IL" smtClean="0"/>
              <a:t>כ"ה/כסלו/תשפ"ב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575206-BFD2-49FB-88D4-D5130D93CC7D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0943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קבוצה 15"/>
          <p:cNvGrpSpPr/>
          <p:nvPr/>
        </p:nvGrpSpPr>
        <p:grpSpPr>
          <a:xfrm>
            <a:off x="2983857" y="3332705"/>
            <a:ext cx="1440000" cy="1802351"/>
            <a:chOff x="2983857" y="3332705"/>
            <a:chExt cx="1440000" cy="1802351"/>
          </a:xfrm>
        </p:grpSpPr>
        <p:grpSp>
          <p:nvGrpSpPr>
            <p:cNvPr id="8" name="קבוצה 7"/>
            <p:cNvGrpSpPr/>
            <p:nvPr/>
          </p:nvGrpSpPr>
          <p:grpSpPr>
            <a:xfrm>
              <a:off x="2983857" y="3695056"/>
              <a:ext cx="1440000" cy="1440000"/>
              <a:chOff x="6449786" y="1077686"/>
              <a:chExt cx="1440000" cy="1440000"/>
            </a:xfrm>
            <a:scene3d>
              <a:camera prst="orthographicFront">
                <a:rot lat="18060000" lon="3180000" rev="18120000"/>
              </a:camera>
              <a:lightRig rig="balanced" dir="t"/>
            </a:scene3d>
          </p:grpSpPr>
          <p:sp>
            <p:nvSpPr>
              <p:cNvPr id="4" name="מלבן 3"/>
              <p:cNvSpPr/>
              <p:nvPr/>
            </p:nvSpPr>
            <p:spPr>
              <a:xfrm>
                <a:off x="6449786" y="1077686"/>
                <a:ext cx="1440000" cy="1440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p3d extrusionH="1143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solidFill>
                    <a:srgbClr val="FF0000"/>
                  </a:solidFill>
                </a:endParaRPr>
              </a:p>
            </p:txBody>
          </p:sp>
          <p:sp>
            <p:nvSpPr>
              <p:cNvPr id="7" name="אליפסה 6"/>
              <p:cNvSpPr/>
              <p:nvPr/>
            </p:nvSpPr>
            <p:spPr>
              <a:xfrm>
                <a:off x="7133786" y="176168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solidFill>
                    <a:srgbClr val="FF0000"/>
                  </a:solidFill>
                </a:endParaRPr>
              </a:p>
            </p:txBody>
          </p:sp>
        </p:grpSp>
        <p:grpSp>
          <p:nvGrpSpPr>
            <p:cNvPr id="15" name="קבוצה 14"/>
            <p:cNvGrpSpPr/>
            <p:nvPr/>
          </p:nvGrpSpPr>
          <p:grpSpPr>
            <a:xfrm>
              <a:off x="3256870" y="3957913"/>
              <a:ext cx="900000" cy="900000"/>
              <a:chOff x="1051832" y="3965056"/>
              <a:chExt cx="900000" cy="900000"/>
            </a:xfrm>
          </p:grpSpPr>
          <p:sp>
            <p:nvSpPr>
              <p:cNvPr id="9" name="אליפסה 8"/>
              <p:cNvSpPr/>
              <p:nvPr/>
            </p:nvSpPr>
            <p:spPr>
              <a:xfrm>
                <a:off x="1051832" y="3965056"/>
                <a:ext cx="900000" cy="900000"/>
              </a:xfrm>
              <a:prstGeom prst="ellipse">
                <a:avLst/>
              </a:prstGeom>
              <a:noFill/>
              <a:ln w="25400">
                <a:solidFill>
                  <a:srgbClr val="FF0000"/>
                </a:solidFill>
              </a:ln>
              <a:scene3d>
                <a:camera prst="orthographicFront">
                  <a:rot lat="18060000" lon="3180000" rev="18120000"/>
                </a:camera>
                <a:lightRig rig="balanced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>
                  <a:solidFill>
                    <a:srgbClr val="FF0000"/>
                  </a:solidFill>
                </a:endParaRPr>
              </a:p>
            </p:txBody>
          </p:sp>
          <p:sp>
            <p:nvSpPr>
              <p:cNvPr id="10" name="מלבן 9"/>
              <p:cNvSpPr/>
              <p:nvPr/>
            </p:nvSpPr>
            <p:spPr>
              <a:xfrm>
                <a:off x="1223227" y="4478890"/>
                <a:ext cx="346017" cy="117475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cene3d>
                <a:camera prst="orthographicFront">
                  <a:rot lat="18060000" lon="3180000" rev="18120000"/>
                </a:camera>
                <a:lightRig rig="balanced" dir="t"/>
              </a:scene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cxnSp>
            <p:nvCxnSpPr>
              <p:cNvPr id="12" name="מחבר חץ ישר 11"/>
              <p:cNvCxnSpPr/>
              <p:nvPr/>
            </p:nvCxnSpPr>
            <p:spPr>
              <a:xfrm flipH="1">
                <a:off x="1446269" y="4449644"/>
                <a:ext cx="180000" cy="108000"/>
              </a:xfrm>
              <a:prstGeom prst="straightConnector1">
                <a:avLst/>
              </a:prstGeom>
              <a:ln>
                <a:solidFill>
                  <a:srgbClr val="FF0000"/>
                </a:solidFill>
                <a:tailEnd type="triangle" w="lg" len="lg"/>
              </a:ln>
              <a:scene3d>
                <a:camera prst="orthographicFront">
                  <a:rot lat="18060000" lon="3180000" rev="18120000"/>
                </a:camera>
                <a:lightRig rig="balanced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6" name="מחבר ישר 5"/>
            <p:cNvCxnSpPr/>
            <p:nvPr/>
          </p:nvCxnSpPr>
          <p:spPr>
            <a:xfrm flipV="1">
              <a:off x="3707032" y="3332705"/>
              <a:ext cx="0" cy="108000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1" name="קבוצה 70"/>
          <p:cNvGrpSpPr/>
          <p:nvPr/>
        </p:nvGrpSpPr>
        <p:grpSpPr>
          <a:xfrm>
            <a:off x="5214410" y="3329846"/>
            <a:ext cx="2160000" cy="2250473"/>
            <a:chOff x="4237073" y="1569297"/>
            <a:chExt cx="2160000" cy="2250473"/>
          </a:xfrm>
        </p:grpSpPr>
        <p:sp>
          <p:nvSpPr>
            <p:cNvPr id="14" name="קשת 13"/>
            <p:cNvSpPr/>
            <p:nvPr/>
          </p:nvSpPr>
          <p:spPr>
            <a:xfrm>
              <a:off x="4237073" y="1659770"/>
              <a:ext cx="2160000" cy="2160000"/>
            </a:xfrm>
            <a:prstGeom prst="arc">
              <a:avLst>
                <a:gd name="adj1" fmla="val 16200000"/>
                <a:gd name="adj2" fmla="val 18313410"/>
              </a:avLst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grpSp>
          <p:nvGrpSpPr>
            <p:cNvPr id="40" name="קבוצה 39"/>
            <p:cNvGrpSpPr/>
            <p:nvPr/>
          </p:nvGrpSpPr>
          <p:grpSpPr>
            <a:xfrm>
              <a:off x="4597074" y="1929297"/>
              <a:ext cx="1440000" cy="1440000"/>
              <a:chOff x="6449786" y="1077686"/>
              <a:chExt cx="1440000" cy="1440000"/>
            </a:xfrm>
            <a:scene3d>
              <a:camera prst="isometricOffAxis2Top">
                <a:rot lat="18000000" lon="1800000" rev="18120000"/>
              </a:camera>
              <a:lightRig rig="balanced" dir="t"/>
            </a:scene3d>
          </p:grpSpPr>
          <p:sp>
            <p:nvSpPr>
              <p:cNvPr id="44" name="מלבן 43"/>
              <p:cNvSpPr/>
              <p:nvPr/>
            </p:nvSpPr>
            <p:spPr>
              <a:xfrm>
                <a:off x="6449786" y="1077686"/>
                <a:ext cx="1440000" cy="1440000"/>
              </a:xfrm>
              <a:prstGeom prst="rect">
                <a:avLst/>
              </a:prstGeom>
              <a:solidFill>
                <a:schemeClr val="bg1">
                  <a:lumMod val="65000"/>
                </a:schemeClr>
              </a:solidFill>
              <a:ln>
                <a:noFill/>
              </a:ln>
              <a:sp3d extrusionH="114300"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45" name="אליפסה 44"/>
              <p:cNvSpPr/>
              <p:nvPr/>
            </p:nvSpPr>
            <p:spPr>
              <a:xfrm>
                <a:off x="7133786" y="1761686"/>
                <a:ext cx="72000" cy="72000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p:cxnSp>
          <p:nvCxnSpPr>
            <p:cNvPr id="46" name="מחבר ישר 45"/>
            <p:cNvCxnSpPr/>
            <p:nvPr/>
          </p:nvCxnSpPr>
          <p:spPr>
            <a:xfrm flipV="1">
              <a:off x="5317074" y="1569297"/>
              <a:ext cx="0" cy="108000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מחבר ישר 46"/>
            <p:cNvCxnSpPr/>
            <p:nvPr/>
          </p:nvCxnSpPr>
          <p:spPr>
            <a:xfrm rot="2220000" flipV="1">
              <a:off x="5642054" y="1685318"/>
              <a:ext cx="0" cy="1080000"/>
            </a:xfrm>
            <a:prstGeom prst="line">
              <a:avLst/>
            </a:prstGeom>
            <a:ln w="38100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קבוצה 72"/>
          <p:cNvGrpSpPr/>
          <p:nvPr/>
        </p:nvGrpSpPr>
        <p:grpSpPr>
          <a:xfrm>
            <a:off x="7779605" y="1619070"/>
            <a:ext cx="2160000" cy="3510776"/>
            <a:chOff x="1615565" y="-51006"/>
            <a:chExt cx="2160000" cy="3510776"/>
          </a:xfrm>
        </p:grpSpPr>
        <p:grpSp>
          <p:nvGrpSpPr>
            <p:cNvPr id="72" name="קבוצה 71"/>
            <p:cNvGrpSpPr/>
            <p:nvPr/>
          </p:nvGrpSpPr>
          <p:grpSpPr>
            <a:xfrm>
              <a:off x="1976140" y="1663941"/>
              <a:ext cx="1440000" cy="1795829"/>
              <a:chOff x="1976140" y="1663941"/>
              <a:chExt cx="1440000" cy="1795829"/>
            </a:xfrm>
          </p:grpSpPr>
          <p:grpSp>
            <p:nvGrpSpPr>
              <p:cNvPr id="49" name="קבוצה 48"/>
              <p:cNvGrpSpPr/>
              <p:nvPr/>
            </p:nvGrpSpPr>
            <p:grpSpPr>
              <a:xfrm>
                <a:off x="1976140" y="2019770"/>
                <a:ext cx="1440000" cy="1440000"/>
                <a:chOff x="6449786" y="1077686"/>
                <a:chExt cx="1440000" cy="1440000"/>
              </a:xfrm>
              <a:scene3d>
                <a:camera prst="isometricOffAxis2Top">
                  <a:rot lat="19800000" lon="3000000" rev="17400000"/>
                </a:camera>
                <a:lightRig rig="balanced" dir="t"/>
              </a:scene3d>
            </p:grpSpPr>
            <p:sp>
              <p:nvSpPr>
                <p:cNvPr id="53" name="מלבן 52"/>
                <p:cNvSpPr/>
                <p:nvPr/>
              </p:nvSpPr>
              <p:spPr>
                <a:xfrm>
                  <a:off x="6449786" y="1077686"/>
                  <a:ext cx="1440000" cy="1440000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noFill/>
                </a:ln>
                <a:sp3d extrusionH="114300"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he-IL"/>
                </a:p>
              </p:txBody>
            </p:sp>
            <p:sp>
              <p:nvSpPr>
                <p:cNvPr id="54" name="אליפסה 53"/>
                <p:cNvSpPr/>
                <p:nvPr/>
              </p:nvSpPr>
              <p:spPr>
                <a:xfrm>
                  <a:off x="7133786" y="1761686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1" anchor="ctr"/>
                <a:lstStyle/>
                <a:p>
                  <a:pPr algn="ctr"/>
                  <a:endParaRPr lang="he-IL"/>
                </a:p>
              </p:txBody>
            </p:sp>
          </p:grpSp>
          <p:cxnSp>
            <p:nvCxnSpPr>
              <p:cNvPr id="55" name="מחבר ישר 54"/>
              <p:cNvCxnSpPr/>
              <p:nvPr/>
            </p:nvCxnSpPr>
            <p:spPr>
              <a:xfrm flipV="1">
                <a:off x="2689216" y="1663941"/>
                <a:ext cx="0" cy="108000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מחבר ישר 55"/>
              <p:cNvCxnSpPr/>
              <p:nvPr/>
            </p:nvCxnSpPr>
            <p:spPr>
              <a:xfrm rot="2220000" flipV="1">
                <a:off x="3014196" y="1779962"/>
                <a:ext cx="0" cy="1080000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מחבר ישר 56"/>
              <p:cNvCxnSpPr>
                <a:endCxn id="66" idx="2"/>
              </p:cNvCxnSpPr>
              <p:nvPr/>
            </p:nvCxnSpPr>
            <p:spPr>
              <a:xfrm flipV="1">
                <a:off x="2682394" y="2120827"/>
                <a:ext cx="607" cy="618944"/>
              </a:xfrm>
              <a:prstGeom prst="line">
                <a:avLst/>
              </a:prstGeom>
              <a:ln w="38100">
                <a:solidFill>
                  <a:schemeClr val="tx1">
                    <a:lumMod val="65000"/>
                    <a:lumOff val="3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6" name="קשת 65"/>
            <p:cNvSpPr/>
            <p:nvPr/>
          </p:nvSpPr>
          <p:spPr>
            <a:xfrm>
              <a:off x="1615565" y="-51006"/>
              <a:ext cx="2160000" cy="2171906"/>
            </a:xfrm>
            <a:prstGeom prst="arc">
              <a:avLst>
                <a:gd name="adj1" fmla="val 3280440"/>
                <a:gd name="adj2" fmla="val 5439774"/>
              </a:avLst>
            </a:prstGeom>
            <a:ln w="25400">
              <a:solidFill>
                <a:srgbClr val="FF0000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2744721" y="2520357"/>
            <a:ext cx="192677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 smtClean="0"/>
              <a:t>Rotate</a:t>
            </a:r>
            <a:endParaRPr lang="he-IL" b="1" dirty="0"/>
          </a:p>
        </p:txBody>
      </p:sp>
      <p:sp>
        <p:nvSpPr>
          <p:cNvPr id="29" name="TextBox 28"/>
          <p:cNvSpPr txBox="1"/>
          <p:nvPr/>
        </p:nvSpPr>
        <p:spPr>
          <a:xfrm>
            <a:off x="5326988" y="2520392"/>
            <a:ext cx="192677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 smtClean="0"/>
              <a:t>Theta</a:t>
            </a:r>
            <a:endParaRPr lang="he-IL" b="1" dirty="0"/>
          </a:p>
        </p:txBody>
      </p:sp>
      <p:sp>
        <p:nvSpPr>
          <p:cNvPr id="31" name="TextBox 30"/>
          <p:cNvSpPr txBox="1"/>
          <p:nvPr/>
        </p:nvSpPr>
        <p:spPr>
          <a:xfrm>
            <a:off x="7892183" y="2514239"/>
            <a:ext cx="1926772" cy="4616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 rtl="0"/>
            <a:r>
              <a:rPr lang="en-US" sz="2400" b="1" dirty="0" smtClean="0"/>
              <a:t>Phi</a:t>
            </a:r>
            <a:endParaRPr lang="he-IL" b="1" dirty="0"/>
          </a:p>
        </p:txBody>
      </p:sp>
    </p:spTree>
    <p:extLst>
      <p:ext uri="{BB962C8B-B14F-4D97-AF65-F5344CB8AC3E}">
        <p14:creationId xmlns:p14="http://schemas.microsoft.com/office/powerpoint/2010/main" val="331208177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3</Words>
  <Application>Microsoft Office PowerPoint</Application>
  <PresentationFormat>מסך רחב</PresentationFormat>
  <Paragraphs>3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ערכת נושא Office</vt:lpstr>
      <vt:lpstr>מצגת של PowerPoint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</dc:title>
  <dc:creator>YonatanPC</dc:creator>
  <cp:lastModifiedBy>YonatanPC</cp:lastModifiedBy>
  <cp:revision>7</cp:revision>
  <dcterms:created xsi:type="dcterms:W3CDTF">2020-12-23T09:03:14Z</dcterms:created>
  <dcterms:modified xsi:type="dcterms:W3CDTF">2021-11-29T08:58:40Z</dcterms:modified>
</cp:coreProperties>
</file>